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A2E5C"/>
                </a:solidFill>
                <a:latin typeface="Malgun Gothic"/>
              </a:rPr>
              <a:t>Windows SFTP Download Client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444444"/>
                </a:solidFill>
                <a:latin typeface="Malgun Gothic"/>
              </a:rPr>
              <a:t>전체 요구사항 · 라이브러리 선정 · 개발 진행 · 서버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FAD"/>
                </a:solidFill>
                <a:latin typeface="Malgun Gothic"/>
              </a:rPr>
              <a:t>2026-07-29  |  C++ / Visual Studio 2015  |  libssh2 + WinCNG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A2E5C"/>
                </a:solidFill>
                <a:latin typeface="Malgun Gothic"/>
              </a:rPr>
              <a:t>1. 프로젝트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Linux SFTP 서버 → Windows 로컬로 사전 지정 파일 자동 다운로드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사용자 조작 없음 (GUI / 목록 조회 / 업로드 / 파일 선택 없음)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배포: Client.exe + config.ini (목표 DLL 없음, 10MB 미만)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고객 PC Runtime·별도 SW 설치 금지 (/MT 정적 CRT)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Host Key SHA256 Fingerprint 검증 필수 (미등록·불일치 시 연결 금지)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A2E5C"/>
                </a:solidFill>
                <a:latin typeface="Malgun Gothic"/>
              </a:rPr>
              <a:t>2. 핵심 요구사항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FAD"/>
                </a:solidFill>
                <a:latin typeface="Malgun Gothic"/>
              </a:rPr>
              <a:t>개발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C++ Console Application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VS2015 (v140) x64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Windows 10/11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C#/.NET/Python 제품 금지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정적 링크 우선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FAD"/>
                </a:solidFill>
                <a:latin typeface="Malgun Gothic"/>
              </a:rPr>
              <a:t>보안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SSH/SFTP 직접 구현 금지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검증된 라이브러리 사용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Host Key 검증 생략 금지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trust-all 코드 금지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Fingerprint 불일치 즉시 종료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88720"/>
            <a:ext cx="347472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3258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FAD"/>
                </a:solidFill>
                <a:latin typeface="Malgun Gothic"/>
              </a:rPr>
              <a:t>오류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16916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서버 연결 실패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Host Key 불일치/미등록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로그인 실패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RemoteFile 없음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LocalFile 생성 실패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다운로드 실패/성공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A2E5C"/>
                </a:solidFill>
                <a:latin typeface="Malgun Gothic"/>
              </a:rPr>
              <a:t>3. 자동 실행 흐름 (12단계)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1) config.ini 읽기  →  2) TCP/SSH 연결  →  3) Host Key 수신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4) SHA-256 Fingerprint 계산  →  5) 설정값 비교 (불일치/미등록 시 종료)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6) ID/PW 인증  →  7) SFTP 세션 시작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8) RemoteFile 존재 확인  →  9) LocalFile 다운로드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10) 성공 검증  →  11) 연결 정상 종료  →  12) 프로그램 종료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파일 대상: RemoteFileN / LocalFileN (1~20개)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A2E5C"/>
                </a:solidFill>
                <a:latin typeface="Malgun Gothic"/>
              </a:rPr>
              <a:t>4. 라이브러리 선정: libssh2 + WinCNG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선정: libssh2 1.11.1 (BSD-3-Clause) + Windows WinCNG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이유: 정적 링크 가능, OpenSSL DLL 불필요, SHA256 Host Key API 제공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대안 제외: libssh(LGPL), libcurl(의존성 증가), OpenSSH 바이너리 호출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제한: Ed25519 host key 미지원 → 서버 RSA/ECDSA host key 필요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라이선스 고지: dist/LICENSE_libssh2.txt 동봉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A2E5C"/>
                </a:solidFill>
                <a:latin typeface="Malgun Gothic"/>
              </a:rPr>
              <a:t>5. 개발 진행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완료: 요구사항 확정, 라이브러리 승인, VS 솔루션/프로젝트 생성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완료: config 파서, Fingerprint 검증, SFTP 다운로드 구현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완료: dist 예제, build.bat, 요구사항/서버운용 MD 문서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대기: 개발 PC에서 Release|x64 빌드 검증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대기: 실제 Linux SFTP 연동 테스트 및 배포 패키지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A2E5C"/>
                </a:solidFill>
                <a:latin typeface="Malgun Gothic"/>
              </a:rPr>
              <a:t>6. 솔루션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SftpClient.sln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  · libssh2 : WinCNG 정적 라이브러리 (/MT)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  · Client  : Console 다운로드 앱 (/MT)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third_party/libssh2-1.11.1 : vendor 소스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dist/ : Client.exe + config.ini + LICENSE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docs/ : 요구사항 MD, 서버운용 MD, 본 PPT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A2E5C"/>
                </a:solidFill>
                <a:latin typeface="Malgun Gothic"/>
              </a:rPr>
              <a:t>7. 서버 운용 핵심 요구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OpenSSH SFTP, PasswordAuthentication (PoC)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HostKey: RSA 또는 ECDSA 유지 (Ed25519 only 금지)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Fingerprint를 클라이언트 config.ini에 필수 배포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다운로드 전용 계정 + 최소 권한 (Chroot 권고)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방화벽: 클라이언트 → 서버 TCP 허용, 가능하면 소스 IP 제한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Host Key 재생성 시 전 클라이언트 설정 동시 갱신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A2E5C"/>
                </a:solidFill>
                <a:latin typeface="Malgun Gothic"/>
              </a:rPr>
              <a:t>8.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Visual Studio에서 Release|x64 빌드 (`scripts\build.bat`)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서버 fingerprint 산출 후 dist\config.ini 기입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1~N개 파일 다운로드 E2E 테스트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Runtime 미설치 Windows 10/11 PC에서 실행 확인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운영 전환 시: 키 인증, 설정 평문 최소화, IP 제한 검토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2E5C"/>
                </a:solidFill>
                <a:latin typeface="Malgun Gothic"/>
              </a:rPr>
              <a:t>상세 문서는 docs 폴더를 참고하세요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5FAD"/>
                </a:solidFill>
                <a:latin typeface="Malgun Gothic"/>
              </a:rPr>
              <a:t>docs/요구사항_및_개발진행.md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5FAD"/>
                </a:solidFill>
                <a:latin typeface="Malgun Gothic"/>
              </a:rPr>
              <a:t>docs/서버_설정_및_운용요구사항.md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5FAD"/>
                </a:solidFill>
                <a:latin typeface="Malgun Gothic"/>
              </a:rPr>
              <a:t>BUILD.txt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Windows SFTP Download Client PoC  |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
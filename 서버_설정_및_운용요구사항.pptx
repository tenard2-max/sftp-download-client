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A2E5C"/>
                </a:solidFill>
                <a:latin typeface="Malgun Gothic"/>
              </a:rPr>
              <a:t>SFTP 서버 기본 설정 및 운용 요구사항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444444"/>
                </a:solidFill>
                <a:latin typeface="Malgun Gothic"/>
              </a:rPr>
              <a:t>Linux OpenSSH 서버 기준  ·  Windows Client.exe PoC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B5FAD"/>
                </a:solidFill>
                <a:latin typeface="Malgun Gothic"/>
              </a:rPr>
              <a:t>2026-07-29  |  문서 v1.0  |  docs/서버_설정_및_운용요구사항.md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1.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Windows 클라이언트가 약속된 파일만 안정적으로 다운로드하도록 서버 기준을 정의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계정 · 권한 · Host Key · 네트워크 · 모니터링 기준 포함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PoC 단계에서도 운영과 동일한 보안 원칙 적용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  · Host Key(Fingerprint) 검증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  · 최소 권한 계정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상세 MD: docs/서버_설정_및_운용요구사항.md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2. 서버 전제 조건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OS: Linux (2021년경 신형)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SSH/SFTP: OpenSSH sshd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포트: 기본 22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변경 시 Client Port와 동일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430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55A00"/>
                </a:solidFill>
                <a:latin typeface="Malgun Gothic"/>
              </a:rPr>
              <a:t>인증 / Host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PoC: ID/PW 비밀번호 인증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Host Key: RSA 또는 ECDSA 필수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Ed25519 only 구성 금지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(Client WinCNG 미지원)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43000"/>
            <a:ext cx="347472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2801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네트워크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클라이언트 → 서버 TCP 허용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가능하면 소스 IP 제한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Host/DNS 해석 가능해야 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방화벽 idle timeout 고려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3. 기본 sshd 설정 권고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설정: /etc/ssh/sshd_config (또는 sshd_config.d/*.conf)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HostKey rsa / ecdsa 활성화 권장 (ed25519는 있어도 무방)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PasswordAuthentication yes  (PoC)  /  PermitEmptyPasswords no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PermitRootLogin no  /  Subsystem sftp internal-sftp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변경 후: sudo sshd -t  →  systemctl reload sshd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운영 전환 시 공개키 인증으로 전환 검토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4. SFTP 전용 계정 + Chroot (권고)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다운로드 전용 계정은 SFTP only + Chroot 권장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Match User sftpdownload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  · ChrootDirectory /data/sftp/%u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  · ForceCommand internal-sftp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  · AllowTcpForwarding no / X11Forwarding no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디렉터리: chroot root=755(root), data 디렉터리=계정 소유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RemoteFile는 chroot 기준 경로 (예: /data/test.dat)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Chroot 미사용 PoC면 서버 절대경로 그대로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5. Host Fingerprint 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클라이언트는 config.ini HostFingerprint와 SHA256을 반드시 비교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미등록 · 불일치 시 연결 금지 (trust-all 금지)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확인: ssh-keygen -lf /etc/ssh/ssh_host_ecdsa_key.pub -E sha256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config.ini 형식: HostFingerprint=SHA256:....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Host Key 재생성 시 모든 클라이언트 설정 동시 배포·사전 공지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Ed25519만 남기는 구성 금지 — RSA/ECDSA 유지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6. 계정 · 권한 · 파일 배치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계정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다운로드 전용 (업로드 불필요 시 비활성)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sudo 권한 부여 금지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복잡 비밀번호 + 정기 변경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약속된 디렉터리만 접근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가능하면 소스 IP 제한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사전 합의 1~20개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RemoteFile 경로와 완전 일치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일반 파일만 (디렉터리 불가)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계정에 읽기 권한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원자적 배치: *.part → rename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디스크/inode 임계 모니터링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7. 네트워크 · 로깅 · 변경관리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방화벽: 클라이언트 → 서버 TCP Port 허용, 소스 IP allow 권고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로그: /var/log/auth.log 또는 /var/log/secure 정기 점검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모니터링: 인증 실패 급증, 디스크, sshd down, Host Key 변경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Host Key·sshd_config·비밀번호 변경은 변경관리 + 클라이언트 동시 배포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클라이언트 오류 ↔ 서버 auth 로그 대조로 원인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8. 배포 전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sshd 기동 / 포트 listen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RSA 또는 ECDSA host key 존재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SHA256 fingerprint 산출 및 클라이언트 배포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다운로드 계정으로 SFTP 수동 접속 성공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RemoteFile 경로·권한·존재 확인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방화벽에서 클라이언트 IP 허용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Chroot 사용 시 경로 매핑 문서화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Malgun Gothic"/>
              </a:rPr>
              <a:t>□ NTP 시각 동기화 / 로그 로테이션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2E5C"/>
                </a:solidFill>
                <a:latin typeface="Malgun Gothic"/>
              </a:rPr>
              <a:t>9. 운영 고도화 · 장애 대응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5FAD"/>
                </a:solidFill>
                <a:latin typeface="Malgun Gothic"/>
              </a:rPr>
              <a:t>PoC 이후 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공개키 인증 전환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config 평문 최소화 / ACL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VPN 또는 IP 제한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읽기 전용 + 디렉터리 분리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감사 로그 SIEM 연동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5875">
            <a:solidFill>
              <a:srgbClr val="C5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55A00"/>
                </a:solidFill>
                <a:latin typeface="Malgun Gothic"/>
              </a:rPr>
              <a:t>장애 1차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전체 실패 → sshd/디스크/방화벽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특정 PC → IP allow / config.ini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Key 불일치 → Host Key 변경 여부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로그인 실패 → 계정 lock/PAM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1A1A"/>
                </a:solidFill>
                <a:latin typeface="Malgun Gothic"/>
              </a:rPr>
              <a:t>RemoteFile 없음 → 경로/배치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A2E5C"/>
                </a:solidFill>
                <a:latin typeface="Malgun Gothic"/>
              </a:rPr>
              <a:t>원본 상세 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5FAD"/>
                </a:solidFill>
                <a:latin typeface="Malgun Gothic"/>
              </a:rPr>
              <a:t>docs/서버_설정_및_운용요구사항.md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5FAD"/>
                </a:solidFill>
                <a:latin typeface="Malgun Gothic"/>
              </a:rPr>
              <a:t>docs/요구사항_및_개발진행.md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5FAD"/>
                </a:solidFill>
                <a:latin typeface="Malgun Gothic"/>
              </a:rPr>
              <a:t>SFTP_PoC_개요.pptx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44444"/>
                </a:solidFill>
                <a:latin typeface="Malgun Gothic"/>
              </a:rPr>
              <a:t>SFTP 서버 설정 및 운용 요구사항  |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